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Sales &amp; Customer Analytics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337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+ Excel Project  |  Data Analyst Portfolio Case Study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86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Online Retail II (UCI ML Repository)  •  1,027,017 cleaned transactions  •  Dec 2009 - Dec 2011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mid-size online gift-ware retailer needs to know which customers, countries, and products actually drive profitable revenue — and where cancellations or discount-heavy sales are quietly eroding it.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9718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customers matter most?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79476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segment may drive most of the revenue — or the business may be dangerously broad and shallow.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274320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F3F4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29718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revenue concentrated?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379476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Over-reliance on one market is a risk leadership needs visibility into.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274320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F3F4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66760" y="29718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the business losing orders?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379476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patterns by country point to real operational gaps.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Tools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1,067,371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transaction rows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371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1,027,017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after cleaning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371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5,878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customers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869680" y="1371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886968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926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Used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42900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— data modeling &amp; all analytical queries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(Pandas, Matplotlib, Seaborn) — cleaning + EDA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(openpyxl) — KPI dashboard, pivots, what-if simulator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926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Issues Found &amp; Fixed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342900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4,382 rows missing product description — dropped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6,207 rows with zero/negative price — dropped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34,335 exact duplicate rows — dropped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19,494 cancelled orders — kept &amp; flagged, not dropped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691640" y="137160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69164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&amp; Load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060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cleaning decisions, loaded into SQLite with indexes on customer, invoice, date, country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137160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3484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Analysis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6060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queries: basic aggregation → window functions (LAG, RANK, NTILE) → CTE-based RFM segmentation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178040" y="137160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7804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EDA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6060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SQL findings independently in Pandas, generated all visualizations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921240" y="137160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2124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Dashboard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0" y="26060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Formula-driven KPIs, pivots, charts, and a discount what-if simulator for stakeholders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691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£20.48M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23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29000" y="14630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691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40,077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423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691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5,878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423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Customers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06840" y="14630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06840" y="16916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£511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9006840" y="2423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Order Value</a:t>
            </a:r>
            <a:endParaRPr lang="en-US" sz="1300" dirty="0"/>
          </a:p>
        </p:txBody>
      </p:sp>
      <p:pic>
        <p:nvPicPr>
          <p:cNvPr id="15" name="Image 0" descr="/home/claude/charts/01_monthly_revenue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3429000"/>
            <a:ext cx="978408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A Small Segment Drives Most Revenue</a:t>
            </a:r>
            <a:endParaRPr lang="en-US" sz="2400" dirty="0"/>
          </a:p>
        </p:txBody>
      </p:sp>
      <p:pic>
        <p:nvPicPr>
          <p:cNvPr id="3" name="Image 0" descr="/home/claude/charts/03_rfm_segment_reven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6035040" cy="4023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0" y="1554480"/>
            <a:ext cx="4663440" cy="3291840"/>
          </a:xfrm>
          <a:prstGeom prst="roundRect">
            <a:avLst>
              <a:gd name="adj" fmla="val 2222"/>
            </a:avLst>
          </a:prstGeom>
          <a:solidFill>
            <a:srgbClr val="F3F4F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086600" y="1783080"/>
            <a:ext cx="42062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1,814 Champion customers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(31% of customer base) generate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~64% of total revenue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(£13.2M of £20.5M).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classic Pareto pattern — the business is more concentrated and more fragile than a flat revenue number suggests.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Insight: Revenue Concentration &amp; Cancellation Risk</a:t>
            </a:r>
            <a:endParaRPr lang="en-US" sz="2400" dirty="0"/>
          </a:p>
        </p:txBody>
      </p:sp>
      <p:pic>
        <p:nvPicPr>
          <p:cNvPr id="3" name="Image 0" descr="/home/claude/charts/02_revenue_by_coun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5669280" cy="3931920"/>
          </a:xfrm>
          <a:prstGeom prst="rect">
            <a:avLst/>
          </a:prstGeom>
        </p:spPr>
      </p:pic>
      <p:pic>
        <p:nvPicPr>
          <p:cNvPr id="4" name="Image 1" descr="/home/claude/charts/04_cancellation_r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43000"/>
            <a:ext cx="5669280" cy="3931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= 85% of revenue (concentration risk)   |   Japan, Channel Islands &amp; Italy cancel 29-41% of orders (2x+ average)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Champion segment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83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 retention/loyalty program for the 1,814 customers generating £13.2M — higher ROI than broad acquisition spend.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58775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4203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fulfilment in high-cancellation markets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95351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Japan, Channel Islands &amp; Italy (29-41% cancellation) — could recover an est. £15-20K in lost orders.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75818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758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712464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Re-time campaigns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12394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send schedules to Wed/Thu, 10am-3pm — the consistently highest-engagement window.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92861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928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882896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UK concentration risk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294376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a deliberate push into Netherlands/Germany, which already show organic demand.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Demonstrates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2412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SQL: CTEs, window functions (LAG, RANK, NTILE), conditional aggregation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data cleaning judgment — every decision documented and defensible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RFM customer segmentation from first principles, cross-validated in SQL and Python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formula-driven Excel deliverable (not hardcoded numbers) with a working what-if simulator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framing throughout — every chart ties to a specific, quantified recommendation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2026-09-03T08:00:55Z</dcterms:created>
  <dcterms:modified xsi:type="dcterms:W3CDTF">2026-09-03T08:00:55Z</dcterms:modified>
</cp:coreProperties>
</file>